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7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8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1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4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6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3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6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3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0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72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8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9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95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48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4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4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94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Reinforcement Learning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simple implementation using Q-learning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005" y="940147"/>
            <a:ext cx="7511473" cy="1312480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006" y="564212"/>
            <a:ext cx="7511472" cy="4041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To understand and implement a basic Reinforcement Learning model using the Q-learning algorithm for decision-making in a simple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999141"/>
            <a:ext cx="7511473" cy="1312480"/>
          </a:xfrm>
        </p:spPr>
        <p:txBody>
          <a:bodyPr/>
          <a:lstStyle/>
          <a:p>
            <a:r>
              <a:rPr dirty="0"/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000" y="1034594"/>
            <a:ext cx="7511472" cy="4041162"/>
          </a:xfrm>
        </p:spPr>
        <p:txBody>
          <a:bodyPr/>
          <a:lstStyle/>
          <a:p>
            <a:r>
              <a:rPr dirty="0"/>
              <a:t>Python 3.12 or later</a:t>
            </a:r>
          </a:p>
          <a:p>
            <a:r>
              <a:rPr dirty="0"/>
              <a:t>NumPy</a:t>
            </a:r>
          </a:p>
          <a:p>
            <a:r>
              <a:rPr dirty="0"/>
              <a:t>Matplotlib</a:t>
            </a:r>
          </a:p>
          <a:p>
            <a:r>
              <a:rPr dirty="0"/>
              <a:t>Visual Studio Code or any Python 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776644"/>
            <a:ext cx="7511473" cy="1312480"/>
          </a:xfrm>
        </p:spPr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244821"/>
            <a:ext cx="7511472" cy="4041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Initialize the Q-table with zeros.</a:t>
            </a:r>
          </a:p>
          <a:p>
            <a:pPr marL="0" indent="0">
              <a:buNone/>
            </a:pPr>
            <a:r>
              <a:rPr dirty="0"/>
              <a:t>2. Start from a random state each episode.</a:t>
            </a:r>
          </a:p>
          <a:p>
            <a:pPr marL="0" indent="0">
              <a:buNone/>
            </a:pPr>
            <a:r>
              <a:rPr dirty="0"/>
              <a:t>3. Choose an action using epsilon-greedy strategy.</a:t>
            </a:r>
          </a:p>
          <a:p>
            <a:pPr marL="0" indent="0">
              <a:buNone/>
            </a:pPr>
            <a:r>
              <a:rPr dirty="0"/>
              <a:t>4. Perform the action and observe reward and next state.</a:t>
            </a:r>
          </a:p>
          <a:p>
            <a:pPr marL="0" indent="0">
              <a:buNone/>
            </a:pPr>
            <a:r>
              <a:rPr dirty="0"/>
              <a:t>5. Update Q-values using Bellman equation.</a:t>
            </a:r>
          </a:p>
          <a:p>
            <a:pPr marL="0" indent="0">
              <a:buNone/>
            </a:pPr>
            <a:r>
              <a:rPr dirty="0"/>
              <a:t>6. Repeat until convergence.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9" y="1107296"/>
            <a:ext cx="7511473" cy="1312480"/>
          </a:xfrm>
        </p:spPr>
        <p:txBody>
          <a:bodyPr/>
          <a:lstStyle/>
          <a:p>
            <a:r>
              <a:rPr dirty="0"/>
              <a:t>Code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940020"/>
            <a:ext cx="7511472" cy="4041162"/>
          </a:xfrm>
        </p:spPr>
        <p:txBody>
          <a:bodyPr/>
          <a:lstStyle/>
          <a:p>
            <a:r>
              <a:rPr dirty="0"/>
              <a:t>Python is used to implement the Q-learning algorithm.</a:t>
            </a:r>
          </a:p>
          <a:p>
            <a:r>
              <a:rPr dirty="0"/>
              <a:t>NumPy handles numerical operations, and Matplotlib visualizes the agent’s learning progress.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1252258"/>
            <a:ext cx="7511473" cy="1312480"/>
          </a:xfrm>
        </p:spPr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9" y="930188"/>
            <a:ext cx="7511472" cy="4041162"/>
          </a:xfrm>
        </p:spPr>
        <p:txBody>
          <a:bodyPr/>
          <a:lstStyle/>
          <a:p>
            <a:r>
              <a:rPr dirty="0"/>
              <a:t>The Q-learning agent successfully learned the optimal path to reach the goal after several episodes.</a:t>
            </a:r>
          </a:p>
          <a:p>
            <a:r>
              <a:rPr dirty="0"/>
              <a:t>The total rewards increased steadily, proving effective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9" y="890986"/>
            <a:ext cx="7511473" cy="131248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9" y="772873"/>
            <a:ext cx="7511472" cy="4041162"/>
          </a:xfrm>
        </p:spPr>
        <p:txBody>
          <a:bodyPr/>
          <a:lstStyle/>
          <a:p>
            <a:r>
              <a:rPr dirty="0"/>
              <a:t>This project provided an understanding of Reinforcement Learning and Q-learning concepts.</a:t>
            </a:r>
          </a:p>
          <a:p>
            <a:r>
              <a:rPr dirty="0"/>
              <a:t>The agent demonstrated learning through trial and error in a simulated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940147"/>
            <a:ext cx="7511473" cy="1312480"/>
          </a:xfrm>
        </p:spPr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560336"/>
            <a:ext cx="7511472" cy="4041162"/>
          </a:xfrm>
        </p:spPr>
        <p:txBody>
          <a:bodyPr/>
          <a:lstStyle/>
          <a:p>
            <a:r>
              <a:rPr dirty="0"/>
              <a:t>Extend to complex environments like OpenAI Gym.</a:t>
            </a:r>
          </a:p>
          <a:p>
            <a:r>
              <a:rPr dirty="0"/>
              <a:t>Implement Deep Q-Learning (DQN) with neural networks.</a:t>
            </a:r>
          </a:p>
          <a:p>
            <a:r>
              <a:rPr dirty="0"/>
              <a:t>Apply RL concepts in robotics and real-world control systems.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</TotalTime>
  <Words>207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Reinforcement Learning Project</vt:lpstr>
      <vt:lpstr>Objective</vt:lpstr>
      <vt:lpstr>Tools and Technologies Used</vt:lpstr>
      <vt:lpstr>Methodology</vt:lpstr>
      <vt:lpstr>Code Implementation</vt:lpstr>
      <vt:lpstr>Results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katakam santhosh kumar</dc:creator>
  <cp:keywords/>
  <dc:description>generated using python-pptx</dc:description>
  <cp:lastModifiedBy>katakam santhosh kumar</cp:lastModifiedBy>
  <cp:revision>2</cp:revision>
  <dcterms:created xsi:type="dcterms:W3CDTF">2013-01-27T09:14:16Z</dcterms:created>
  <dcterms:modified xsi:type="dcterms:W3CDTF">2025-11-11T17:33:10Z</dcterms:modified>
  <cp:category/>
</cp:coreProperties>
</file>